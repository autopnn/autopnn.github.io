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9D03-0B55-2F6B-3C36-6EA825865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D5567-9EB8-C1F5-64BB-351B9DDA4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394D8-DE2A-FE12-8949-4D78619F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34918-9C9E-CD55-D145-BDD02C2D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97785-F62D-9778-93AB-53DEBA4A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4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35DD-159D-9A38-CE11-B17A0BA5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5E18-D29E-3B7A-D17A-1224BCB8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773D9-7DB8-A8D1-D3D7-CDE069A7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98552-ED30-D1E2-C5BB-87C8BBF9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82F06-AECF-0553-6F4A-3F760C78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8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115B-590A-651C-AF41-7A54A81A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C136F-95CD-F994-C6AE-C8BD3D24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F01FB-EDAF-C6E7-726A-B4B5A40B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4BA7-112A-2958-B203-05339093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F916D-7986-06BC-DB6F-2ABFB898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7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15CB-40D9-8555-0D83-8FADF688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8B892-ED7B-B34A-A575-CB4EE70E9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7FB0B-B317-A074-4BE2-6EE76ABF1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8E33D-13D8-5BCA-3886-6EC34D66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30838-5BBC-2EEA-C427-A7662A55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B8717-210D-E67F-B4D9-18720A8A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2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BCA5-E842-8B5E-4DE0-9C3679F3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43212-F441-E9F2-8E2C-FB947097F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EB1AC-3A09-595E-723F-7C5FBDBAC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342D6-2273-8F18-B013-622A7CDE3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E793B-B4D3-46BF-2950-C5F41E783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27BF6-F6CF-AE01-D290-2B273E8A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18A6B-9AD2-AD05-70EA-6771B00F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6D74B-0B36-7C56-278A-FD2F5B07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4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AF2C-EF12-B253-D037-89C2109C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91EFE-3AB6-4011-FE0C-3D5FA048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EAABA-DAE0-7981-11DA-AD3CE075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DF715-F3AC-DE8F-4606-0D252222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8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14326-25F3-9B79-49E7-9C7998AB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E31FD-DDAF-001A-714A-DA066C49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7BA73-A622-9B88-C3AC-D54BAB95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5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0E15-84B1-59CA-B9F7-37A4A89D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6395-A523-7796-5367-CD45EFB58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2D4BF-9D17-B8DF-F88F-B03C2D70B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7EC94-B507-D1A2-D1EE-AE90C1AB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A7647-CD2A-0074-D837-5588E5F6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B606-86E1-5797-B960-DEFA5CC4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2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C077-1EE8-110D-A7AE-7D41E0EB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3AED22-D8F5-60AF-811E-CE2FC704E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24E17-791B-6873-7B77-AFC1B5C95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6186F-4D5B-AC0E-9245-4C46624F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C3793-82FA-D043-2B8D-4E304D56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1C7AC-2F98-B9EE-1A87-9E2D8C7D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5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475E-B0E6-89B9-5D8B-20BF242D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FBD29-ACC8-C680-AB03-93C44ACA3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E86B1-0339-4C4C-BCD2-BB3D06DA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7B82-DA98-C1B8-5E5D-E4061E65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8E5DA-462F-DC75-95F1-D72B37E5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6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845C1-2249-22E7-2B40-2BB60C667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D7C8B-CF6D-1289-B418-D3F228376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E430-500A-FBEA-19F8-95A571A9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F65AE-F6FE-0AAB-F8DB-A3DD4F81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EE136-35EF-B57A-F930-7A582256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2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7379C-CC18-7128-05EE-DA3A89FF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BEE04-B20D-9E52-EF10-12EC17CC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983CA-ADA2-92D8-9FCC-833137ABA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6613C-BF31-42C0-9001-2572D0B2849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D3E4-A8C3-5353-5469-9CAEE252E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0C978-CDCB-C54A-48B3-1235CEC7F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90D6F-13A4-46C9-9CD3-A23092216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6D4B-14A7-812A-BB90-31C6B0FCD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3DB6F-7859-FC3E-9EDE-15B40AA44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3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ED11A9C-87F6-B241-CAA1-6F9BEDCE82F8}"/>
              </a:ext>
            </a:extLst>
          </p:cNvPr>
          <p:cNvGrpSpPr/>
          <p:nvPr/>
        </p:nvGrpSpPr>
        <p:grpSpPr>
          <a:xfrm>
            <a:off x="4255697" y="2232444"/>
            <a:ext cx="3594340" cy="2239992"/>
            <a:chOff x="4255697" y="2232444"/>
            <a:chExt cx="3594340" cy="2239992"/>
          </a:xfrm>
        </p:grpSpPr>
        <p:pic>
          <p:nvPicPr>
            <p:cNvPr id="3" name="Picture 2" descr="A group of arrows with numbers&#10;&#10;AI-generated content may be incorrect.">
              <a:extLst>
                <a:ext uri="{FF2B5EF4-FFF2-40B4-BE49-F238E27FC236}">
                  <a16:creationId xmlns:a16="http://schemas.microsoft.com/office/drawing/2014/main" id="{9904AFA4-E389-CD61-E6AA-14C99C335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0162" y="2289954"/>
              <a:ext cx="1735965" cy="204625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42D6547-4E5B-F0D7-1E88-1B4383AECAB5}"/>
                </a:ext>
              </a:extLst>
            </p:cNvPr>
            <p:cNvSpPr/>
            <p:nvPr/>
          </p:nvSpPr>
          <p:spPr>
            <a:xfrm>
              <a:off x="4255697" y="2232444"/>
              <a:ext cx="3594340" cy="2239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357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E2380-70CE-1413-FF2C-8535B9F7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A25A3BC-8DD6-5906-AFBE-E119854C7EF8}"/>
              </a:ext>
            </a:extLst>
          </p:cNvPr>
          <p:cNvGrpSpPr/>
          <p:nvPr/>
        </p:nvGrpSpPr>
        <p:grpSpPr>
          <a:xfrm>
            <a:off x="4255697" y="2232444"/>
            <a:ext cx="3594340" cy="2239992"/>
            <a:chOff x="4255697" y="2232444"/>
            <a:chExt cx="3594340" cy="22399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F57666-DCD0-4421-FEC5-60540D3CFBC2}"/>
                </a:ext>
              </a:extLst>
            </p:cNvPr>
            <p:cNvSpPr/>
            <p:nvPr/>
          </p:nvSpPr>
          <p:spPr>
            <a:xfrm>
              <a:off x="4255697" y="2232444"/>
              <a:ext cx="3594340" cy="2239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A674CE79-CC1C-3335-1E07-FD4790D77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4437" y="2282674"/>
              <a:ext cx="2143125" cy="2143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0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Florentia Afentaki</dc:creator>
  <cp:lastModifiedBy>Florentia Afentaki</cp:lastModifiedBy>
  <cp:revision>2</cp:revision>
  <dcterms:created xsi:type="dcterms:W3CDTF">2025-10-10T15:38:51Z</dcterms:created>
  <dcterms:modified xsi:type="dcterms:W3CDTF">2025-10-10T15:46:20Z</dcterms:modified>
</cp:coreProperties>
</file>